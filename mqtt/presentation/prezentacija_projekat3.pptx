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6DB"/>
                </a:solidFill>
              </a:rPr>
              <a:t>Projekat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</a:rPr>
              <a:t>Unapređenje Analytics mikroservisa:
eKuiper CEP + MaaS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Streaming obrada događaja i mašinsko učenje kao servis nad MQTT tokom podataka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Spring Boot  ·  eKuiper  ·  FastAPI + scikit-learn  ·  React  · 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Zahtevi zadatka i šta je implementirano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Zahtev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9601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Implementacija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1a. eKuiper CEP preko MQTT brokera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30759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Stream nad iot/sensors/# + 2 SQL pravila, sink na iot/events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3794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1b. MaaS i njegovi REST endpointi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3794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Analytics zove POST /predict na kraju svakog prozora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2. eKuiper na istom topicu, šalje na novi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36829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iot/sensors/#  →  detekcija  →  iot/events  → 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986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3. Python + FastAPI + scikit-learn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9864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RandomForestRegressor, trening/validacija/test 70/15/15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4. Docker kontejneri + Web aplikacija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429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7 kontejnera; React dashboard sa live prikazom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5935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5. Izvorni kod na GitHub-u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9593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Commit-ovano i push-ovano na origin/main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svih 5 tačaka je pokriveno; MaaS koristi FastAPI, što zadatak izričito dozvoljava.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Arhitektura — šta je dodato u odnosu na Projekat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86868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Projekat 3 je dodao samo 2 kontejnera i proširio Analytics — Ingestion, Storage i baza rade nepromenjeni.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eKuiper — CEP bez ijedne linije aplikativnog koda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Sve se konfiguriše kroz REST API (POST /streams, POST /rules) — nula Java/Python koda: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3A6B"/>
                </a:solidFill>
                <a:latin typeface="Consolas"/>
              </a:rPr>
              <a:t>CREATE STREAM sensors () WITH (DATASOURCE="iot/sensors/#",
                              FORMAT="JSON", TYPE="mqtt")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2140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3A6B"/>
                </a:solidFill>
                <a:latin typeface="Consolas"/>
              </a:rPr>
              <a:t>SELECT device_id, temperature, location, "HIGH_TEMPERATURE" AS event_type
FROM sensors WHERE temperature &gt; 29.5      →  sink: mqtt topic "iot/events"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Ista pravila važe za svaku poruku, bez stanja — filtriranje po poruci (stateless).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558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Analytics ne zna da eKuiper postoji — komunikacija ide isključivo preko MQTT topica.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398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Pravilo se dodaje/menja jednim curl pozivom, dok sistem 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pravila se menjaju u runtime-u bez ponovnog build-a i deploy-a Analytics servisa.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Kalibracija pragova — pragovi se izvode iz podataka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269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75887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Pragovi 29.5°C / 8.5°C biraju samo repove raspodele — ukupno 0.19% poruka.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050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Prvobitno pravilo LOW_BATTERY je odbačeno: baterija je u dataset-u uvek 80–100%, pa ne bi okinulo nijednom.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prag koji se „pogodi napamet” ili nikad ne okine ili preplavi sistem — mora se izvesti iz raspodele podataka.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CEP u radu — filter koji rasterećuje sistem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96112"/>
            <a:ext cx="8595360" cy="2788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22191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Od 971,600 poruka, eKuiper je propustio samo 1,998 događaja od interesa (0.21%).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CEP sloj smanjuje saobraćaj ka potrošačima ~500×, pa Analytics obrađuje događaje umesto sirovih očitavanja.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MaaS — prvi pristup modelu nije uspeo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1D1D"/>
                </a:solidFill>
              </a:rPr>
              <a:t>Prvobitna ideja: predvideti sledeću temperaturu iz prethodnih 10 očitavanja uređaja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Rezultat: negativan R² — model je bio gori od običnog proseka.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Razlog: temperatura po uređaju se ponaša kao šum — susedna očitavanja skaču 25°C → 18°C,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pa lag-featuri (istorija) ne nose nikakvu informaciju.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87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3B"/>
                </a:solidFill>
              </a:rPr>
              <a:t>Pivot: regresija iz ostalih senzorskih veličina u istoj poruci („virtuelni senzor”)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535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Signal postoji između veličina, a ne kroz vreme: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92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   ·  location — Outside ≈ 15°C  vs  sobe ≈ 22°C  (najjači prediktor)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85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   ·  humidity  r = −0,27          ·  light  r = −0,21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to što su podaci vremenska serija ne znači da su vremenski predvidivi — signal je bio između senzora, a ne kroz vreme.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MaaS — model, trening i rezultati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75887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150 000 redova  ·  9 featura  ·  hronološki split 70/15/15 (bez mešanja — vremenska serija)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050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RandomForest (MAE 2,004) nije nadmašio linearni baseline (MAE 2,001) — razlika je u trećoj decimali.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složeniji model nije doneo ništa — granicu je postavio kvalitet featura, a ne izbor algoritma.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Integracija MaaS-a — jedan poziv po prozoru, ne po poruci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Ključna projektna odluka: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Analytics agregira ceo prozor (~99,416 poruka) i tek onda šalje JEDAN REST poziv.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6420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Poziv po poruci bi značio ~100 000 HTTP zahteva na svakih 10 sekundi — neizvodljivo.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Šta se šalje: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Proseci humidity / pressure / light / sound / motion + najčešća lokacija iz prozora.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0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Otpornost na otkaz: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Poziv je u try/catch — ako MaaS padne, Analytics nastavlja da radi bez predikcije.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2219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MaaS je bez stanja (učitan model.joblib), pa se skalira i restartuje nezavisno.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agregacioni prozor je prirodna tačka integracije — spaja tempo streaminga sa tempom sinhronog REST modela.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Predviđeno vs stvarno — validacija u radu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6868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5844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Odstupanje u radu Δ 1.92 °C  ≈  MAE 2.004 °C izmeren offline na test skupu.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Model se u produkciji ponaša isto kao na test skupu — nema drift-a ni greške u integraciji.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poklapanje live odstupanja sa offline MAE potvrđuje da je cela putanja podataka do modela ispravna.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Performanse — CEP i MaaS ne usporavaju glavni tok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75887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eKuiper obrađuje isti tok paralelno, a MaaS se zove jednom u 10 s — nijedan nije na putanji poruke.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050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p50 ostaje 3 ms i pri ~99,416 poruka po prozoru; rep (p99 99 ms) dolazi od batch upisa u bazu.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dodavanje CEP-a i ML servisa nije pomerilo medijalnu latenciju — oba rade van hot path-a.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Web aplikacija — sve tri komponente u jednom pogledu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3383902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0" y="105156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React + Vite, polling na 2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3441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Arhitektura toka — živi brojači 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63677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    komponenti (događaji, poruke, °C)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92938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MaaS kartica — predviđeno vs stvarno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21991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    sa odstupanjem i pragom alarma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14599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eKuiper kartica — ukupno događaja,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07207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    podela HIGH/LOW i live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99815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Tumbling window — prosek, 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92423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    i p50/p95/p99 latencija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16705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Demo bez backend-a: ?mock=1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56DB"/>
                </a:solidFill>
              </a:rPr>
              <a:t>Zaključak:  </a:t>
            </a:r>
            <a:r>
              <a:rPr sz="1050">
                <a:solidFill>
                  <a:srgbClr val="000000"/>
                </a:solidFill>
              </a:rPr>
              <a:t>dashboard pokriva zahtev za Web aplikacijom i služi kao alat za demonstraciju sistema uživo.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Zaključci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eKuiper daje CEP bez ijedne linije koda — SQL pravila preko REST API-ja, izmenjiva u runtime-u.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3560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35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MQTT topic kao granica servisa: Analytics i eKuiper se ne poznaju, vezuje ih samo iot/events.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Pragovi pravila moraju se izvesti iz raspodele podataka — inače nikad ne okinu ili preplave sistem.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4144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CEP je smanjio saobraćaj ka potrošačima ~500× (0,21% poruka je postalo događaj).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Vremenska serija nije automatski predvidiva — lag-featuri su dali negativan R², signal je bio između senzora (location, humidity, light).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1129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112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Složeniji model nije pomogao: RandomForest ≈ linearni baseline (MAE 2,004 vs 2,001).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14215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14215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Live odstupanje Δ 1,92 °C poklopilo se sa offline MAE ≈ 2,0 °C — integracija je ispravna.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1713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</a:rPr>
              <a:t>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1713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MaaS se zove jednom po prozoru i u try/catch bloku — sistem radi i kada model nije dostupan.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